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6E5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0A5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6E5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 datasets instantly using powerful templates.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coding. Just data.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E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2026  ·  synthora.dev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 is a solved problem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nobody has solved well.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6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waste time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mock data manually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256032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6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4hrs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set up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test datasets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6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work without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or installation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</a:t>
            </a:r>
            <a:pPr indent="0" marL="0">
              <a:buNone/>
            </a:pPr>
            <a:r>
              <a:rPr lang="en-US" sz="3000" b="1" dirty="0">
                <a:solidFill>
                  <a:srgbClr val="0A6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Postman</a:t>
            </a:r>
            <a:pPr indent="0" marL="0"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but for data.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Synthora is a browser-based synthetic data generation platform. Pick a template, configure your schema, and generate thousands of realistic rows — instantly. Export as CSV or JSON. No signup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7863840" cy="2011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81635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816352"/>
            <a:ext cx="146304" cy="146304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81635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synthora.dev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solidFill>
            <a:srgbClr val="24244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46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name              email                    city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3593592"/>
            <a:ext cx="731520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93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         Sarah Chen         sarah@example.com        San Francisco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941064"/>
            <a:ext cx="7315200" cy="274320"/>
          </a:xfrm>
          <a:prstGeom prst="rect">
            <a:avLst/>
          </a:prstGeom>
          <a:solidFill>
            <a:srgbClr val="1F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410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002         James Okafor       james.o@email.co         London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536"/>
            <a:ext cx="731520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88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003         Maria Santos       m.santos@mail.com        São Paulo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you don't.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50592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6946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Industry Templates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697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e-commerce, education — pre-built schemas ready to use or customize.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19456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50592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56946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JSON Export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2697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synthesized data instantly in the format you need. No conversion tools required.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867912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8678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Customizer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any template — add fields, change types, set constraints. Full control over your data.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61188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867912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98678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Everyone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testers, analysts, and PMs. No coding required. No signup needed.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 That's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2286000"/>
            <a:ext cx="5303520" cy="0"/>
          </a:xfrm>
          <a:prstGeom prst="line">
            <a:avLst/>
          </a:prstGeom>
          <a:noFill/>
          <a:ln w="25400">
            <a:solidFill>
              <a:srgbClr val="E4E5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25880" y="1965960"/>
            <a:ext cx="640080" cy="64008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Template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50+ industry-ready templates or start from scratch.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965960"/>
            <a:ext cx="640080" cy="64008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row count, customize fields, and define constraints.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1965960"/>
            <a:ext cx="640080" cy="64008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&amp; Export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generate. Download CSV or JSON. Done in seconds.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Industry-ready. Fully customizable.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2468880" cy="54864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lab results, appointments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828800"/>
            <a:ext cx="2468880" cy="54864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products, customers, reviews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828800"/>
            <a:ext cx="2468880" cy="54864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accounts, portfolios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37560"/>
            <a:ext cx="2468880" cy="54864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courses, grades, enrollment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33756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337560"/>
            <a:ext cx="2468880" cy="54864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CRM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subscriptions, tickets, events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33756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337560"/>
            <a:ext cx="2468880" cy="54864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Shipments, warehouses, inventory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by design.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20240" cy="1463040"/>
          </a:xfrm>
          <a:prstGeom prst="rect">
            <a:avLst/>
          </a:prstGeom>
          <a:solidFill>
            <a:srgbClr val="242440"/>
          </a:solidFill>
          <a:ln w="19050">
            <a:solidFill>
              <a:srgbClr val="0A6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install needed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2834640"/>
            <a:ext cx="32004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103120"/>
            <a:ext cx="1920240" cy="1463040"/>
          </a:xfrm>
          <a:prstGeom prst="rect">
            <a:avLst/>
          </a:prstGeom>
          <a:solidFill>
            <a:srgbClr val="242440"/>
          </a:solidFill>
          <a:ln w="19050">
            <a:solidFill>
              <a:srgbClr val="0A6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50+ schemas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834640"/>
            <a:ext cx="32004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2103120"/>
            <a:ext cx="1920240" cy="1463040"/>
          </a:xfrm>
          <a:prstGeom prst="rect">
            <a:avLst/>
          </a:prstGeom>
          <a:solidFill>
            <a:srgbClr val="242440"/>
          </a:solidFill>
          <a:ln w="19050">
            <a:solidFill>
              <a:srgbClr val="0A6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Faker.js powered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2834640"/>
            <a:ext cx="32004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2103120"/>
            <a:ext cx="1920240" cy="1463040"/>
          </a:xfrm>
          <a:prstGeom prst="rect">
            <a:avLst/>
          </a:prstGeom>
          <a:solidFill>
            <a:srgbClr val="242440"/>
          </a:solidFill>
          <a:ln w="19050">
            <a:solidFill>
              <a:srgbClr val="0A6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/ 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client-side  ·  No server  ·  No data leaves your browser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SYNTHORA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61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4+ Hours Per Dataset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54480" y="1481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writing mock data manually. Synthesize production-quality data in seconds.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2199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54480" y="2441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synthesized client-side. Nothing stored. Nothing tracked. No signup required.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8211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Access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54480" y="3401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modern browser. No install. No dependencies. Just open and synthesize.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4223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554480" y="4361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data with proper relationships, constraints, and industry-standard formats.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0A6E5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F0A50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synthora.dev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synthesizing — no signup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A6E5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Synthora — Product Presentation</dc:title>
  <dc:subject>PptxGenJS Presentation</dc:subject>
  <dc:creator>Synthora</dc:creator>
  <cp:lastModifiedBy>Synthora</cp:lastModifiedBy>
  <cp:revision>1</cp:revision>
  <dcterms:created xsi:type="dcterms:W3CDTF">2026-03-09T13:21:00Z</dcterms:created>
  <dcterms:modified xsi:type="dcterms:W3CDTF">2026-03-09T13:21:00Z</dcterms:modified>
</cp:coreProperties>
</file>