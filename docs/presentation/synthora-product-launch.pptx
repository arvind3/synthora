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vind3.github.io/Synthora/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arvind3.github.io/Synthora/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vind3.github.io/Synthora/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vind3.github.io/Synthora/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hyperlink" Target="https://arvind3.github.io/Synthora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Introducing Synthora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5564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Synthetic data generation for modern product teams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Create realistic test data instantly. No signup. No backend. Just open the app and generate.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645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333756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Methods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7824" y="3584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274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78608" y="3200400"/>
            <a:ext cx="1645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333756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Runtime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24912" y="3584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In-browser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25696" y="3200400"/>
            <a:ext cx="1645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33756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Export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3584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JSON / CSV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Live product</a:t>
            </a:r>
            <a:endParaRPr lang="en-US" sz="10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731520" y="47183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099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55664" y="786384"/>
            <a:ext cx="5148072" cy="5513832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C:\Users\HP\Synthora\docs\presentation\assets\home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822960"/>
            <a:ext cx="50749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Teams still waste time building fake data by hand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And they should not have 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28800"/>
            <a:ext cx="73152" cy="13258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9339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Slow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267712"/>
            <a:ext cx="248716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Manual spreadsheets and throwaway scripts keep showing up before every test cycle and demo.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639312" y="18288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1828800"/>
            <a:ext cx="73152" cy="13258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99339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Risky source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03904" y="2267712"/>
            <a:ext cx="248716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Real customer records should not leak into lower environments or presentations.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565392" y="18288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1828800"/>
            <a:ext cx="73152" cy="13258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199339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Weak realism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9984" y="2267712"/>
            <a:ext cx="248716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Lorem ipsum and toy data fail as soon as teams need believable products or workflows.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491472" y="18288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1472" y="1828800"/>
            <a:ext cx="73152" cy="13258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19933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Fragmented tools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56064" y="2267712"/>
            <a:ext cx="1755648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Library power exists, but the workflow is not accessible to everyone.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5486400" cy="1764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Developers need speed.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QA teams need repeatability.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Demo teams need realism.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Business users need simplicity.</a:t>
            </a:r>
            <a:endParaRPr lang="en-US" sz="15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WHAT LAUNCHED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Synthora packages Faker into a product experience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Search methods, build datasets, preview results, and export immediately.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" y="1746504"/>
            <a:ext cx="7205472" cy="42336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HP\Synthora\docs\presentation\assets\explore-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713232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83880" y="18288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83880" y="1828800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48472" y="1993392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Explore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48472" y="226771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Search providers and try methods from a modern UI.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183880" y="29718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2971800"/>
            <a:ext cx="73152" cy="91440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48472" y="3136392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48472" y="341071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Assemble structured datasets with fields, locale, rows, and seed.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183880" y="41148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4114800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48472" y="4279392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Export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48472" y="455371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Download usable JSON or CSV in the same workflow.</a:t>
            </a:r>
            <a:endParaRPr lang="en-US" sz="1020" dirty="0"/>
          </a:p>
        </p:txBody>
      </p:sp>
      <p:sp>
        <p:nvSpPr>
          <p:cNvPr id="21" name="Text 18">
            <a:hlinkClick r:id="rId2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PRODUCT TOUR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homepage to output in minutes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product flow is intentionally short.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73152" cy="10058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933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1. Home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Understand the product value and jump into action.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828800"/>
            <a:ext cx="73152" cy="10058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9933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2. Explore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26771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Browse categories and interact with individual Faker methods.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28800"/>
            <a:ext cx="73152" cy="10058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9933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3. Build 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26771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Compose schema fields and generate larger datasets.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8680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828800"/>
            <a:ext cx="73152" cy="10058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199339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4. Export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51392" y="226771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Take JSON or CSV into testing, demos, or workflows.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32104" y="3118104"/>
            <a:ext cx="373075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0" descr="C:\Users\HP\Synthora\docs\presentation\assets\hom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54680"/>
            <a:ext cx="3657600" cy="22860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306824" y="3118104"/>
            <a:ext cx="373075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1" descr="C:\Users\HP\Synthora\docs\presentation\assets\explore-brow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154680"/>
            <a:ext cx="3657600" cy="22860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781544" y="3118104"/>
            <a:ext cx="373075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2" descr="C:\Users\HP\Synthora\docs\presentation\assets\dataset-bui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154680"/>
            <a:ext cx="3657600" cy="2286000"/>
          </a:xfrm>
          <a:prstGeom prst="rect">
            <a:avLst/>
          </a:prstGeom>
        </p:spPr>
      </p:pic>
      <p:sp>
        <p:nvSpPr>
          <p:cNvPr id="29" name="Text 24">
            <a:hlinkClick r:id="rId4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benefits, by team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 launch, multiple audiences.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73152" cy="150876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9339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Developers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32186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 believable seed data faster and avoid writing throwaway scripts.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28800"/>
            <a:ext cx="73152" cy="150876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99339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QA and automation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267712"/>
            <a:ext cx="32186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Prepare repeatable synthetic datasets for validation and regression testing.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73152" cy="150876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99339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Demo teams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11312" y="2267712"/>
            <a:ext cx="32186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Populate product environments with safe but credible records before meetings.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49040"/>
            <a:ext cx="73152" cy="150876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1363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Non-technical users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187952"/>
            <a:ext cx="32186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a guided interface without learning Faker APIs or code.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749040"/>
            <a:ext cx="73152" cy="150876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91363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Platform teams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53712" y="4187952"/>
            <a:ext cx="321868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Avoid building and hosting a separate internal sample-data service.</a:t>
            </a:r>
            <a:endParaRPr lang="en-US" sz="102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Lightweight architecture, serious utility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Static delivery, browser execution, export-ready output.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03120"/>
            <a:ext cx="73152" cy="10058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26771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React 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5420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Home, Explore, Templates, Build Dataset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971800" y="2103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103120"/>
            <a:ext cx="73152" cy="10058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26771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Catalog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6392" y="25420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Generated metadata and runtime manifest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074920" y="2103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103120"/>
            <a:ext cx="73152" cy="10058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226771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Worker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9512" y="25420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Execution isolated from the main UI thread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178040" y="2103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103120"/>
            <a:ext cx="73152" cy="10058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226771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Pyodide + Faker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2632" y="25420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Python Faker runs in-browser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281160" y="2103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2103120"/>
            <a:ext cx="73152" cy="10058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226771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45752" y="25420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Preview plus JSON / CSV output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761488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980"/>
                </a:solidFill>
              </a:rPr>
              <a:t>&gt;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64608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980"/>
                </a:solidFill>
              </a:rPr>
              <a:t>&gt;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67728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980"/>
                </a:solidFill>
              </a:rPr>
              <a:t>&gt;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70848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980"/>
                </a:solidFill>
              </a:rPr>
              <a:t>&gt;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0120" y="4160520"/>
            <a:ext cx="9875520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Build-time introspection generates the active catalog and whitelist.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Runtime execution stays inside the browser.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Generated data can be previewed and downloaded without infrastructure.</a:t>
            </a:r>
            <a:endParaRPr lang="en-US" sz="150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SCREENSHOT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creation is the hero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 the shape you need, then export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" y="1700784"/>
            <a:ext cx="8211312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HP\Synthora\docs\presentation\assets\dataset-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813816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0" y="19659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0" y="1965960"/>
            <a:ext cx="73152" cy="8686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08592" y="213055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Field mapping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08592" y="2404872"/>
            <a:ext cx="18470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Each column uses a chosen Faker method.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9144000" y="30632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3063240"/>
            <a:ext cx="73152" cy="8686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08592" y="322783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Control volume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08592" y="3502152"/>
            <a:ext cx="18470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Rows, locale, and seed support repeatable output.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9144000" y="41605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0" y="4160520"/>
            <a:ext cx="73152" cy="8686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432511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Export cleanly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08592" y="4599432"/>
            <a:ext cx="18470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JSON and CSV are one click away.</a:t>
            </a:r>
            <a:endParaRPr lang="en-US" sz="1020" dirty="0"/>
          </a:p>
        </p:txBody>
      </p:sp>
      <p:sp>
        <p:nvSpPr>
          <p:cNvPr id="21" name="Text 18">
            <a:hlinkClick r:id="rId2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use cases teams can adopt immediately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Synthora is useful on day 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73152" cy="105156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933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239572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Seed payloads and mocked responses.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61188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828800"/>
            <a:ext cx="73152" cy="105156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9933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Regression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2267712"/>
            <a:ext cx="239572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Prepare synthetic datasets for repeatable automation.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73152" cy="105156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9933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 demos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6832" y="2267712"/>
            <a:ext cx="239572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Populate screens and tables before stakeholder reviews.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37260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1828800"/>
            <a:ext cx="73152" cy="105156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199339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Training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37192" y="2267712"/>
            <a:ext cx="18470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safe examples in onboarding and sandbox flows.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32104" y="3209544"/>
            <a:ext cx="10543032" cy="2496312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0" descr="C:\Users\HP\Synthora\docs\presentation\assets\export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46120"/>
            <a:ext cx="10469880" cy="2423160"/>
          </a:xfrm>
          <a:prstGeom prst="rect">
            <a:avLst/>
          </a:prstGeom>
        </p:spPr>
      </p:pic>
      <p:sp>
        <p:nvSpPr>
          <p:cNvPr id="25" name="Text 22">
            <a:hlinkClick r:id="rId2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WHY DIFFERENT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Synthora feels different from ad hoc data tooling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 combines speed, accessibility, and portability.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3774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10312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No infrastructure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9264" y="2350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Static site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3774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210312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No signup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9584" y="2350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Immediate use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23774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210312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Privacy-safe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9904" y="2350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Synthetic output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1965960"/>
            <a:ext cx="23774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10312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Open source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50224" y="2350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Extensible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10241280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Fully client-side generation is a strong story for privacy and simplicity.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UI lowers the barrier for teams that do not want to work directly in code.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catalog and whitelist model gives the experience more trust and clarity.</a:t>
            </a:r>
            <a:endParaRPr lang="en-US" sz="15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CALL TO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87000" y="292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766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Synthora is live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Try the product and share it with the teams who still handcraft fake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234440" y="263347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099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3434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4343400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4507992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Try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4782312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Open Build Dataset and generate a schema.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526280" y="43434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4343400"/>
            <a:ext cx="73152" cy="91440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4507992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Then explore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4782312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Search methods and use Try for fast samples.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955280" y="4343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4343400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450799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Share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19872" y="47823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Send the link to your engineering and QA teams.</a:t>
            </a:r>
            <a:endParaRPr lang="en-US" sz="1020" dirty="0"/>
          </a:p>
        </p:txBody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594360" y="6419088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Synthora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Synthora - Product Launch</dc:title>
  <dc:subject>Synthora product launch</dc:subject>
  <dc:creator>OpenAI Codex</dc:creator>
  <cp:lastModifiedBy>OpenAI Codex</cp:lastModifiedBy>
  <cp:revision>1</cp:revision>
  <dcterms:created xsi:type="dcterms:W3CDTF">2026-03-10T13:13:23Z</dcterms:created>
  <dcterms:modified xsi:type="dcterms:W3CDTF">2026-03-10T13:13:23Z</dcterms:modified>
</cp:coreProperties>
</file>