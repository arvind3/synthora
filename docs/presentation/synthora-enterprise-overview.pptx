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hyperlink" Target="https://arvind3.github.io/Synthora/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arvind3.github.io/Synthora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9F6"/>
          </a:solidFill>
          <a:ln w="12700">
            <a:solidFill>
              <a:srgbClr val="F0F9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8046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9980"/>
                </a:solidFill>
              </a:rPr>
              <a:t>Synthora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" y="11430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Synthetic data generation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that feels like a product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13232" y="2487168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</a:rPr>
              <a:t>Synthora gives developers, QA teams, and demo owners a fast path to realistic data without setup, signup, or backend infrastructure.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49808" y="3429000"/>
            <a:ext cx="1261872" cy="310896"/>
          </a:xfrm>
          <a:prstGeom prst="roundRect">
            <a:avLst>
              <a:gd name="adj" fmla="val 35294"/>
            </a:avLst>
          </a:prstGeom>
          <a:solidFill>
            <a:srgbClr val="CCF5EE"/>
          </a:solidFill>
          <a:ln w="12700">
            <a:solidFill>
              <a:srgbClr val="CCF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493008"/>
            <a:ext cx="111556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980"/>
                </a:solidFill>
              </a:rPr>
              <a:t>No signup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39696" y="3429000"/>
            <a:ext cx="1536192" cy="310896"/>
          </a:xfrm>
          <a:prstGeom prst="roundRect">
            <a:avLst>
              <a:gd name="adj" fmla="val 35294"/>
            </a:avLst>
          </a:prstGeom>
          <a:solidFill>
            <a:srgbClr val="CCF5EE"/>
          </a:solidFill>
          <a:ln w="12700">
            <a:solidFill>
              <a:srgbClr val="CCF5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12848" y="3493008"/>
            <a:ext cx="138988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980"/>
                </a:solidFill>
              </a:rPr>
              <a:t>Runs in browser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822192" y="3429000"/>
            <a:ext cx="1444752" cy="310896"/>
          </a:xfrm>
          <a:prstGeom prst="roundRect">
            <a:avLst>
              <a:gd name="adj" fmla="val 35294"/>
            </a:avLst>
          </a:prstGeom>
          <a:solidFill>
            <a:srgbClr val="CCF5EE"/>
          </a:solidFill>
          <a:ln w="12700">
            <a:solidFill>
              <a:srgbClr val="CCF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95344" y="3493008"/>
            <a:ext cx="129844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9980"/>
                </a:solidFill>
              </a:rPr>
              <a:t>JSON + CSV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49808" y="4206240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Live demo</a:t>
            </a:r>
            <a:endParaRPr lang="en-US" sz="1000" dirty="0"/>
          </a:p>
        </p:txBody>
      </p:sp>
      <p:sp>
        <p:nvSpPr>
          <p:cNvPr id="13" name="Text 11">
            <a:hlinkClick r:id="rId1" tooltip=""/>
          </p:cNvPr>
          <p:cNvSpPr/>
          <p:nvPr/>
        </p:nvSpPr>
        <p:spPr>
          <a:xfrm>
            <a:off x="749808" y="4462272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0099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64224" y="832104"/>
            <a:ext cx="5148072" cy="5376672"/>
          </a:xfrm>
          <a:prstGeom prst="roundRect">
            <a:avLst>
              <a:gd name="adj" fmla="val 1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15" name="Image 0" descr="C:\Users\HP\Synthora\docs\presentation\assets\home-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868680"/>
            <a:ext cx="5074920" cy="530352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400800" y="55321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47104" y="566013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Method catalog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547104" y="58887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274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8156448" y="55321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02752" y="566013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Runtime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8302752" y="58887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Client-side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9912096" y="5532120"/>
            <a:ext cx="155448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0" y="5660136"/>
            <a:ext cx="12801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Output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0058400" y="588873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CSV / JSON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WHY THIS MATTERS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Creating fake data is still more manual than it should be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pain is rarely strategic, but it shows up in every test cycle, demo, and lower environment.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828800"/>
            <a:ext cx="73152" cy="12344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99339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Manual setup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2249424"/>
            <a:ext cx="235000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Spreadsheets, copied records, and one-off scripts slow teams down.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20440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0440" y="1828800"/>
            <a:ext cx="73152" cy="12344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85032" y="199339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Privacy risk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85032" y="2249424"/>
            <a:ext cx="235000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Real customer data should not travel into demos or non-production workflows.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382512" y="18288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82512" y="1828800"/>
            <a:ext cx="73152" cy="12344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47104" y="199339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Low realism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47104" y="2249424"/>
            <a:ext cx="235000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Toy data breaks when teams need believable product scenarios.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244584" y="1828800"/>
            <a:ext cx="22860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44584" y="1828800"/>
            <a:ext cx="73152" cy="12344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09176" y="1993392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Delay cost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09176" y="2249424"/>
            <a:ext cx="202996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Teams lose time before they can even start the real work.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49808" y="3657600"/>
            <a:ext cx="10789920" cy="1572768"/>
          </a:xfrm>
          <a:prstGeom prst="roundRect">
            <a:avLst>
              <a:gd name="adj" fmla="val 4651"/>
            </a:avLst>
          </a:prstGeom>
          <a:solidFill>
            <a:srgbClr val="F0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968496"/>
            <a:ext cx="102412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Developers need credible data fast, not another setup task.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QA teams need repeatable synthetic datasets for regression and workflow validation.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Demo teams need realistic records without using sensitive customer information.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Non-technical users still need a guided path to export-ready data.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THE PRODUCT ANSWER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Synthora turns fake data from a coding chore into a product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It gives teams a clear path from discovery to export using the browser alone.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8745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874520"/>
            <a:ext cx="73152" cy="10972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203911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Discover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50392" y="2295144"/>
            <a:ext cx="23500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Search the live Faker method catalog through a clean UI instead of raw code.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47872" y="18745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47872" y="1874520"/>
            <a:ext cx="73152" cy="109728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12464" y="203911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Build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12464" y="2295144"/>
            <a:ext cx="23500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Compose structured schemas with locale, rows, seed, and field mapping.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09944" y="1874520"/>
            <a:ext cx="26060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9944" y="1874520"/>
            <a:ext cx="73152" cy="10972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74536" y="203911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74536" y="2295144"/>
            <a:ext cx="235000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Inspect output before you download or hand it to another team.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272016" y="1874520"/>
            <a:ext cx="22402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72016" y="1874520"/>
            <a:ext cx="73152" cy="109728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36608" y="2039112"/>
            <a:ext cx="19842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Export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436608" y="2295144"/>
            <a:ext cx="1984248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Take clean JSON or CSV into testing, demos, or downstream workflows.</a:t>
            </a:r>
            <a:endParaRPr lang="en-US" sz="1020" dirty="0"/>
          </a:p>
        </p:txBody>
      </p:sp>
      <p:sp>
        <p:nvSpPr>
          <p:cNvPr id="23" name="Text 21"/>
          <p:cNvSpPr/>
          <p:nvPr/>
        </p:nvSpPr>
        <p:spPr>
          <a:xfrm>
            <a:off x="841248" y="3749040"/>
            <a:ext cx="51206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No signup required.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No infrastructure to stand up.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Client-side runtime execution.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One workflow for technical and non-technical users.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903720" y="388620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50024" y="4014216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Primary value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050024" y="424281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Fast, safe, self-serve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9144000" y="388620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0304" y="4014216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Delivery model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290304" y="424281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Static web app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6903720" y="493776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0024" y="5065776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Runtime model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7050024" y="529437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Pyodide + Faker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9144000" y="493776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290304" y="5065776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 model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290304" y="5294376"/>
            <a:ext cx="1783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Whitelisted methods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PRODUCT OVERVIEW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product value is visible in one screen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homepage makes the workflow legible immediately: understand the promise, choose a path, start generating.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746504"/>
            <a:ext cx="10908792" cy="3959352"/>
          </a:xfrm>
          <a:prstGeom prst="roundRect">
            <a:avLst>
              <a:gd name="adj" fmla="val 184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HP\Synthora\docs\presentation\assets\home-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10835640" cy="3886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5897880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5897880"/>
            <a:ext cx="73152" cy="658368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6062472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Build Dataset CTA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6318504"/>
            <a:ext cx="3035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Jump directly into structured dataset creation.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4462272" y="5897880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2272" y="5897880"/>
            <a:ext cx="73152" cy="658368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26864" y="6062472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Category Browser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26864" y="6318504"/>
            <a:ext cx="3035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Browse common data domains without learning library internals.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8083296" y="5897880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83296" y="5897880"/>
            <a:ext cx="73152" cy="658368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47888" y="6062472"/>
            <a:ext cx="2807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Runtime Signal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47888" y="6318504"/>
            <a:ext cx="28072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Clear status tells users when the browser runtime is ready.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CORE CAPABILITIES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Built for the data types teams use every 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experience covers the high-value domains most often needed in testing, demos, and environment setup.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13232" y="1965960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1965960"/>
            <a:ext cx="73152" cy="117043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2130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Person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77824" y="23865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Profiles, names, email, phone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529584" y="1965960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29584" y="1965960"/>
            <a:ext cx="73152" cy="1170432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94176" y="2130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Address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94176" y="23865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Street, city, country, postcode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345936" y="1965960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45936" y="1965960"/>
            <a:ext cx="73152" cy="117043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2130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Company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510528" y="23865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Organization, job, catch phrase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62288" y="1965960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62288" y="1965960"/>
            <a:ext cx="73152" cy="1170432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0" y="213055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Internet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0" y="2386584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URL, IP, username, domain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13232" y="3502152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13232" y="3502152"/>
            <a:ext cx="73152" cy="117043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7824" y="36667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Financial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77824" y="39227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Cards, IBAN, currency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3529584" y="3502152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9584" y="3502152"/>
            <a:ext cx="73152" cy="1170432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94176" y="36667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Content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694176" y="39227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Sentence, paragraph, word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6345936" y="3502152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45936" y="3502152"/>
            <a:ext cx="73152" cy="117043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36667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Date and Time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10528" y="39227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Dates, timestamps, birth dates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162288" y="3502152"/>
            <a:ext cx="2542032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162288" y="3502152"/>
            <a:ext cx="73152" cy="1170432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0" y="3666744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Security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326880" y="3922776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UUIDs, hashes, tokens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749808" y="5230368"/>
            <a:ext cx="10789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60120" y="5468112"/>
            <a:ext cx="10149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This breadth matters because the product can support both quick samples and realistic multi-field datasets from the same UI.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DATASET BUILDER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Schema Builder makes structured data a self-serve workflow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Users can choose fields, control rows, preview output, and export without leaving the page.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746504"/>
            <a:ext cx="10908792" cy="3986784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HP\Synthora\docs\presentation\assets\dataset-build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10835640" cy="39136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41248" y="5888736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41248" y="5888736"/>
            <a:ext cx="73152" cy="658368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605332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Field Mapping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05840" y="6309360"/>
            <a:ext cx="3035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Each column is tied to a specific Faker method.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4462272" y="5888736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62272" y="5888736"/>
            <a:ext cx="73152" cy="658368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26864" y="6053328"/>
            <a:ext cx="3035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Generation Controls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26864" y="6309360"/>
            <a:ext cx="30358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Locale, row volume, and seed make output more deliberate.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8083296" y="5888736"/>
            <a:ext cx="30632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83296" y="5888736"/>
            <a:ext cx="73152" cy="658368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47888" y="6053328"/>
            <a:ext cx="28072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Preview Before Export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47888" y="6309360"/>
            <a:ext cx="2807208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Inspect output before downloading JSON or CSV.</a:t>
            </a:r>
            <a:endParaRPr lang="en-US" sz="10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EXPORT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last mile stays simple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Build the data once, then move it directly into the workflow that needs it.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" y="1746504"/>
            <a:ext cx="7068312" cy="4462272"/>
          </a:xfrm>
          <a:prstGeom prst="roundRect">
            <a:avLst>
              <a:gd name="adj" fmla="val 16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8" name="Image 0" descr="C:\Users\HP\Synthora\docs\presentation\assets\export-work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783080"/>
            <a:ext cx="6995160" cy="4389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92440" y="1901952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92440" y="1901952"/>
            <a:ext cx="73152" cy="96012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57032" y="2066544"/>
            <a:ext cx="2990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JSON Export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257032" y="2322576"/>
            <a:ext cx="299008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Use it for API mocks, fixtures, seeded app state, and developer flows.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8092440" y="3163824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92440" y="3163824"/>
            <a:ext cx="73152" cy="96012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57032" y="3328416"/>
            <a:ext cx="2990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CSV Export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8257032" y="3584448"/>
            <a:ext cx="299008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Use it for spreadsheets, imports, QA validation, and business-friendly handoff.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8092440" y="4425696"/>
            <a:ext cx="3246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92440" y="4425696"/>
            <a:ext cx="73152" cy="96012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57032" y="4590288"/>
            <a:ext cx="2990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Operational Value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257032" y="4846320"/>
            <a:ext cx="2990088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Generated files can feed automation, demo resets, and lower-environment setup.</a:t>
            </a:r>
            <a:endParaRPr lang="en-US" sz="10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KEY FEATURES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Designed for speed, safety, and usability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product reduces friction without reducing capability.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874520"/>
            <a:ext cx="33101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874520"/>
            <a:ext cx="73152" cy="12344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3911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Fully Browser-Based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295144"/>
            <a:ext cx="30540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Static delivery with no backend dependency.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25696" y="1874520"/>
            <a:ext cx="33101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874520"/>
            <a:ext cx="73152" cy="12344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03911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 Signup Required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2295144"/>
            <a:ext cx="30540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Start immediately without account setup.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01584" y="1874520"/>
            <a:ext cx="33101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874520"/>
            <a:ext cx="73152" cy="12344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203911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Searchable Method Catalog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6176" y="2295144"/>
            <a:ext cx="30540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Browse the active Faker surface through a guided UI.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49808" y="3474720"/>
            <a:ext cx="33101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474720"/>
            <a:ext cx="73152" cy="12344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63931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Interactive Generation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895344"/>
            <a:ext cx="30540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Try methods and validate output before building full datasets.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425696" y="3474720"/>
            <a:ext cx="33101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25696" y="3474720"/>
            <a:ext cx="73152" cy="12344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63931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Templates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0288" y="3895344"/>
            <a:ext cx="30540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Use starter schemas to move faster on common scenarios.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101584" y="3474720"/>
            <a:ext cx="331012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3474720"/>
            <a:ext cx="73152" cy="12344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363931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Export-Ready Output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66176" y="3895344"/>
            <a:ext cx="3054096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Download JSON or CSV when the dataset is ready.</a:t>
            </a:r>
            <a:endParaRPr lang="en-US" sz="1020" dirty="0"/>
          </a:p>
        </p:txBody>
      </p:sp>
      <p:sp>
        <p:nvSpPr>
          <p:cNvPr id="31" name="Text 29"/>
          <p:cNvSpPr/>
          <p:nvPr/>
        </p:nvSpPr>
        <p:spPr>
          <a:xfrm>
            <a:off x="822960" y="5440680"/>
            <a:ext cx="10607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One workflow now serves developers, testers, and non-technical users with less coordination overhead.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BENEFITS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teams get a clear outcome from the same product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value changes by audience, but the workflow stays shared.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20240"/>
            <a:ext cx="73152" cy="15544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8483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Developers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321868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Generate realistic seed data faster and stop writing throwaway setup scripts.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361688" y="19202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61688" y="1920240"/>
            <a:ext cx="73152" cy="155448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08483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QA and automation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340864"/>
            <a:ext cx="321868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Prepare repeatable synthetic datasets for regression and workflow validation.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973568" y="192024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1920240"/>
            <a:ext cx="73152" cy="15544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08483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Demo and product teams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340864"/>
            <a:ext cx="321868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Populate environments with believable records before customer or stakeholder reviews.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49808" y="3794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794760"/>
            <a:ext cx="73152" cy="155448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95935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Non-technical users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215384"/>
            <a:ext cx="321868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Use a guided interface instead of learning a library API or writing code.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361688" y="3794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61688" y="3794760"/>
            <a:ext cx="73152" cy="155448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26280" y="3959352"/>
            <a:ext cx="32186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Platform and DevOps teams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26280" y="4215384"/>
            <a:ext cx="3218688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Avoid standing up a separate internal service just to create sample data.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973568" y="3794760"/>
            <a:ext cx="3474720" cy="1554480"/>
          </a:xfrm>
          <a:prstGeom prst="roundRect">
            <a:avLst>
              <a:gd name="adj" fmla="val 4706"/>
            </a:avLst>
          </a:prstGeom>
          <a:solidFill>
            <a:srgbClr val="0D1B33"/>
          </a:solidFill>
          <a:ln w="12700">
            <a:solidFill>
              <a:srgbClr val="0D1B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83880" y="4005072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C1D9"/>
                </a:solidFill>
              </a:rPr>
              <a:t>Shared outcome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83880" y="4279392"/>
            <a:ext cx="22860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Less setup friction.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Better realism.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Safer data.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ARCHITECTURE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Lightweight architecture, credible delivery model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product keeps infrastructure minimal while preserving trust in what runs inside the browser.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6384" y="22860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0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6384" y="2286000"/>
            <a:ext cx="73152" cy="11430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50592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React UI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50976" y="2706624"/>
            <a:ext cx="152704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Home, Explore, Templates, Build Dataset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2633472" y="2651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980"/>
                </a:solidFill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999232" y="22860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99232" y="2286000"/>
            <a:ext cx="73152" cy="114300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63824" y="2450592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Catalog artifacts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163824" y="2706624"/>
            <a:ext cx="152704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Generated catalog and runtime manifest</a:t>
            </a:r>
            <a:endParaRPr lang="en-US" sz="1020" dirty="0"/>
          </a:p>
        </p:txBody>
      </p:sp>
      <p:sp>
        <p:nvSpPr>
          <p:cNvPr id="16" name="Text 14"/>
          <p:cNvSpPr/>
          <p:nvPr/>
        </p:nvSpPr>
        <p:spPr>
          <a:xfrm>
            <a:off x="4846320" y="2651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980"/>
                </a:solidFill>
              </a:rPr>
              <a:t>&gt;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212080" y="22860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0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286000"/>
            <a:ext cx="73152" cy="11430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76672" y="2450592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Worker runtime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76672" y="2706624"/>
            <a:ext cx="152704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Execution isolated from the main thread</a:t>
            </a:r>
            <a:endParaRPr lang="en-US" sz="1020" dirty="0"/>
          </a:p>
        </p:txBody>
      </p:sp>
      <p:sp>
        <p:nvSpPr>
          <p:cNvPr id="21" name="Text 19"/>
          <p:cNvSpPr/>
          <p:nvPr/>
        </p:nvSpPr>
        <p:spPr>
          <a:xfrm>
            <a:off x="7059168" y="2651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980"/>
                </a:solidFill>
              </a:rPr>
              <a:t>&gt;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424928" y="22860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24928" y="2286000"/>
            <a:ext cx="73152" cy="114300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2450592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Pyodide + Faker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9520" y="2706624"/>
            <a:ext cx="152704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Python Faker runs in-browser</a:t>
            </a:r>
            <a:endParaRPr lang="en-US" sz="1020" dirty="0"/>
          </a:p>
        </p:txBody>
      </p:sp>
      <p:sp>
        <p:nvSpPr>
          <p:cNvPr id="26" name="Text 24"/>
          <p:cNvSpPr/>
          <p:nvPr/>
        </p:nvSpPr>
        <p:spPr>
          <a:xfrm>
            <a:off x="9272016" y="265176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9980"/>
                </a:solidFill>
              </a:rPr>
              <a:t>&gt;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637776" y="2286000"/>
            <a:ext cx="1783080" cy="1143000"/>
          </a:xfrm>
          <a:prstGeom prst="roundRect">
            <a:avLst>
              <a:gd name="adj" fmla="val 6400"/>
            </a:avLst>
          </a:prstGeom>
          <a:solidFill>
            <a:srgbClr val="F0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37776" y="2286000"/>
            <a:ext cx="73152" cy="11430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802368" y="2450592"/>
            <a:ext cx="152704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Preview + Export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802368" y="2706624"/>
            <a:ext cx="1527048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Rows become preview, JSON, and CSV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822960" y="4160520"/>
            <a:ext cx="10607040" cy="1371600"/>
          </a:xfrm>
          <a:prstGeom prst="roundRect">
            <a:avLst>
              <a:gd name="adj" fmla="val 5333"/>
            </a:avLst>
          </a:prstGeom>
          <a:solidFill>
            <a:srgbClr val="F0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7552" y="4462272"/>
            <a:ext cx="996696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Build-time Python introspection generates catalog metadata and the runtime manifest.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Only whitelisted methods are exposed, aligning product behavior with runtime enforcement.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Generated rows remain in the browser session until the user previews or exports them.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USE CASES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Real-world use cases map directly to everyday delivery work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value is practical, immediate, and easy to explain across teams.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331012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20240"/>
            <a:ext cx="73152" cy="126187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8483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API testing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Seed request payloads and mock response bodies.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4425696" y="1920240"/>
            <a:ext cx="331012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25696" y="1920240"/>
            <a:ext cx="73152" cy="1261872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0288" y="208483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Regression testing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90288" y="2340864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Generate safe inputs for repeatable automation runs.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8101584" y="1920240"/>
            <a:ext cx="331012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1584" y="1920240"/>
            <a:ext cx="73152" cy="126187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66176" y="2084832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Product demos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66176" y="2340864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Populate dashboards, tables, and flows before reviews.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49808" y="3584448"/>
            <a:ext cx="331012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3584448"/>
            <a:ext cx="73152" cy="1261872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3749040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Load and perf prep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4005072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Create bulk records for lower environments and test paths.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4425696" y="3584448"/>
            <a:ext cx="331012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25696" y="3584448"/>
            <a:ext cx="73152" cy="126187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90288" y="3749040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Training and sandbox data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90288" y="4005072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Prepare synthetic examples for onboarding and enablement.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8101584" y="3584448"/>
            <a:ext cx="3310128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3584448"/>
            <a:ext cx="73152" cy="1261872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66176" y="3749040"/>
            <a:ext cx="30540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Schema prototyping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266176" y="4005072"/>
            <a:ext cx="3054096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Shape sample datasets before backend contracts are final.</a:t>
            </a:r>
            <a:endParaRPr lang="en-US" sz="10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WHY IT STANDS OUT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teams choose this over ad hoc scripts and generators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difference is not just the library. It is the quality of the workflow.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965960"/>
            <a:ext cx="56692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Fully client-side generation keeps data local to the browser session.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No infrastructure or account model is required to start using the product.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Open-source code and generated catalog metadata increase transparency.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Whitelisted runtime execution improves trust in what the UI can actually do.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The same experience supports both quick exploration and structured export.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132320" y="201168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78624" y="213969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Deployment model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278624" y="236829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Static site on GitHub Pages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132320" y="306324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0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78624" y="319125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Execution model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278624" y="341985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Pyodide + Faker in-browser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132320" y="411480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78624" y="424281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Trust model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7278624" y="447141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Whitelisted runtime methods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132320" y="5166360"/>
            <a:ext cx="3657600" cy="868680"/>
          </a:xfrm>
          <a:prstGeom prst="roundRect">
            <a:avLst>
              <a:gd name="adj" fmla="val 8421"/>
            </a:avLst>
          </a:prstGeom>
          <a:solidFill>
            <a:srgbClr val="F0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278624" y="5294376"/>
            <a:ext cx="33832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Adoption model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278624" y="5522976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Immediate self-service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LIVE DEMO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fastest proof is the product itself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A short live walkthrough communicates the value better than another feature list.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86384" y="1920240"/>
            <a:ext cx="1069848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>
            <a:hlinkClick r:id="rId1" tooltip=""/>
          </p:cNvPr>
          <p:cNvSpPr/>
          <p:nvPr/>
        </p:nvSpPr>
        <p:spPr>
          <a:xfrm>
            <a:off x="1078992" y="2633472"/>
            <a:ext cx="6949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u="sng" dirty="0">
                <a:solidFill>
                  <a:srgbClr val="0099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437083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4370832"/>
            <a:ext cx="73152" cy="9144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4535424"/>
            <a:ext cx="2990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Try first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78992" y="4791456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Open Build Dataset and generate a simple schema.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4480560" y="4370832"/>
            <a:ext cx="32461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4370832"/>
            <a:ext cx="73152" cy="91440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45152" y="4535424"/>
            <a:ext cx="299008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Then explore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45152" y="4791456"/>
            <a:ext cx="299008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Search methods and use Try to validate the output shape.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8046720" y="4370832"/>
            <a:ext cx="31089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0" y="4370832"/>
            <a:ext cx="73152" cy="91440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11312" y="4535424"/>
            <a:ext cx="28529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show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11312" y="4791456"/>
            <a:ext cx="285292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Speed, simplicity, and export-ready output.</a:t>
            </a:r>
            <a:endParaRPr lang="en-US" sz="1020" dirty="0"/>
          </a:p>
        </p:txBody>
      </p:sp>
      <p:sp>
        <p:nvSpPr>
          <p:cNvPr id="21" name="Text 19">
            <a:hlinkClick r:id="rId2" tooltip=""/>
          </p:cNvPr>
          <p:cNvSpPr/>
          <p:nvPr/>
        </p:nvSpPr>
        <p:spPr>
          <a:xfrm>
            <a:off x="548640" y="6419088"/>
            <a:ext cx="38404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64748B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ROADMAP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658368"/>
            <a:ext cx="71323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 next steps already exist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48640" y="1316736"/>
            <a:ext cx="7498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current product solves core workflows, with obvious room for expansion.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1920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9808" y="1920240"/>
            <a:ext cx="73152" cy="12344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08483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API mode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340864"/>
            <a:ext cx="235000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Expose generation through a more automation-friendly interface.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3611880" y="1920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11880" y="1920240"/>
            <a:ext cx="73152" cy="12344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76472" y="208483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Richer templates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76472" y="2340864"/>
            <a:ext cx="235000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Expand reusable datasets for QA, retail, CRM, and ITSM.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6473952" y="192024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73952" y="1920240"/>
            <a:ext cx="73152" cy="1234440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2084832"/>
            <a:ext cx="23500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Tool integrations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638544" y="2340864"/>
            <a:ext cx="235000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Connect more directly with testing and developer workflows.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336024" y="1920240"/>
            <a:ext cx="21488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36024" y="1920240"/>
            <a:ext cx="73152" cy="1234440"/>
          </a:xfrm>
          <a:prstGeom prst="rect">
            <a:avLst/>
          </a:prstGeom>
          <a:solidFill>
            <a:srgbClr val="F04F23"/>
          </a:solidFill>
          <a:ln w="12700">
            <a:solidFill>
              <a:srgbClr val="F04F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500616" y="2084832"/>
            <a:ext cx="189280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Relationships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500616" y="2340864"/>
            <a:ext cx="1892808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4748B"/>
                </a:solidFill>
              </a:rPr>
              <a:t>Support linked datasets across related entities.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86384" y="3840480"/>
            <a:ext cx="10698480" cy="1417320"/>
          </a:xfrm>
          <a:prstGeom prst="roundRect">
            <a:avLst>
              <a:gd name="adj" fmla="val 5161"/>
            </a:avLst>
          </a:prstGeom>
          <a:solidFill>
            <a:srgbClr val="F0F9F6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7552" y="4114800"/>
            <a:ext cx="10058400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Saved presets would help teams reuse common generation patterns.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Governed sharing could make approved templates easier to distribute across organizations.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</a:rPr>
              <a:t>Relational dataset modeling would open more advanced demo and testing scenarios.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B899"/>
          </a:solidFill>
          <a:ln w="12700">
            <a:solidFill>
              <a:srgbClr val="00B8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108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9980"/>
                </a:solidFill>
              </a:rPr>
              <a:t>CLOSING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241280" y="27432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Synthora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77240" y="1097280"/>
            <a:ext cx="7589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Synthora makes realistic data generation feel fast, safe, and usable.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It replaces hidden setup work with a browser-first product workflow teams can adopt immediately.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530352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Safer than reusing real data.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Faster than hand-building demo and test records.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Accessible to technical and non-technical users.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Ready for live use today.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60920" y="1417320"/>
            <a:ext cx="374904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62672" y="1755648"/>
            <a:ext cx="118872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Next step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662672" y="2148840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Open the live product and build a dataset in under five minutes.</a:t>
            </a:r>
            <a:endParaRPr lang="en-US" sz="20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7662672" y="3310128"/>
            <a:ext cx="2743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u="sng" dirty="0">
                <a:solidFill>
                  <a:srgbClr val="00998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https://arvind3.github.io/Synthora/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Synthora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Synthora - Enterprise Overview</dc:title>
  <dc:subject>Synthora enterprise overview</dc:subject>
  <dc:creator>OpenAI Codex</dc:creator>
  <cp:lastModifiedBy>OpenAI Codex</cp:lastModifiedBy>
  <cp:revision>1</cp:revision>
  <dcterms:created xsi:type="dcterms:W3CDTF">2026-03-10T13:12:08Z</dcterms:created>
  <dcterms:modified xsi:type="dcterms:W3CDTF">2026-03-10T13:12:08Z</dcterms:modified>
</cp:coreProperties>
</file>