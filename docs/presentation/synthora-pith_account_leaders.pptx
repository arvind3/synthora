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87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011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0A6E5C">
              <a:alpha val="15000"/>
            </a:srgbClr>
          </a:solidFill>
          <a:ln w="12700">
            <a:solidFill>
              <a:srgbClr val="0A6E5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2DD4A8">
              <a:alpha val="10000"/>
            </a:srgbClr>
          </a:solidFill>
          <a:ln w="12700">
            <a:solidFill>
              <a:srgbClr val="2DD4A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C:\Users\HP\fakerui\docs\brand-kit\logo\png\synthora-logo-horizontal-white-34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219456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Everyone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7724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realistic datasets instantly using powerful templates.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login. No coding. Just data.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4937760"/>
            <a:ext cx="3291840" cy="41148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937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Postman, but for data."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6309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Proposal  |  March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199" y="6309360"/>
            <a:ext cx="22574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https://arvind3.github.io/Synthora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 generation is broken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non-technical users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waste days on manual data setup, custom scripts, and copy-paste workflows that don't scale.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166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64008" cy="160020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224028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Barrier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532888"/>
            <a:ext cx="4800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synthetic data requires coding skills, library knowledge, and CLI tools most business users don't have.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57400"/>
            <a:ext cx="5166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26480" y="2057400"/>
            <a:ext cx="64008" cy="160020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27648" y="224028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7648" y="2532888"/>
            <a:ext cx="4800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rely on spreadsheets, copy-pasted records, and one-off scripts that break every sprint.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166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64008" cy="160020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416052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Reusable Patterns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4453128"/>
            <a:ext cx="4800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starts from scratch. There are no shared templates or standardized workflows.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977640"/>
            <a:ext cx="5166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3977640"/>
            <a:ext cx="64008" cy="160020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7648" y="416052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Compliance Risk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7648" y="4453128"/>
            <a:ext cx="4800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easy synthetic alternatives, teams default to using real customer data in test environments.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Synthora makes data generation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 to everyone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platform where anyone can generate realistic datasets using ready-made templates — no login, no coding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9000" cy="2560320"/>
          </a:xfrm>
          <a:prstGeom prst="rect">
            <a:avLst/>
          </a:prstGeom>
          <a:solidFill>
            <a:srgbClr val="E6F5F0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548640" cy="548640"/>
          </a:xfrm>
          <a:prstGeom prst="ellipse">
            <a:avLst/>
          </a:prstGeom>
          <a:solidFill>
            <a:srgbClr val="E6F5F0"/>
          </a:solidFill>
          <a:ln w="12700">
            <a:solidFill>
              <a:srgbClr val="E6F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C:\Users\HP\fakerui\docs\brand-kit\icons\icon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78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Template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industry-ready templates covering common business scenarios.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194560"/>
            <a:ext cx="3429000" cy="2560320"/>
          </a:xfrm>
          <a:prstGeom prst="rect">
            <a:avLst/>
          </a:prstGeom>
          <a:solidFill>
            <a:srgbClr val="FFF7E0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2468880"/>
            <a:ext cx="548640" cy="548640"/>
          </a:xfrm>
          <a:prstGeom prst="ellipse">
            <a:avLst/>
          </a:prstGeom>
          <a:solidFill>
            <a:srgbClr val="E6F5F0"/>
          </a:solidFill>
          <a:ln w="12700">
            <a:solidFill>
              <a:srgbClr val="E6F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C:\Users\HP\fakerui\docs\brand-kit\icons\icon-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5786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Fields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6344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columns, formats, row counts, and locale to match your exact needs.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194560"/>
            <a:ext cx="3429000" cy="2560320"/>
          </a:xfrm>
          <a:prstGeom prst="rect">
            <a:avLst/>
          </a:prstGeom>
          <a:solidFill>
            <a:srgbClr val="E6F5F0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412480" y="2468880"/>
            <a:ext cx="548640" cy="548640"/>
          </a:xfrm>
          <a:prstGeom prst="ellipse">
            <a:avLst/>
          </a:prstGeom>
          <a:solidFill>
            <a:srgbClr val="E6F5F0"/>
          </a:solidFill>
          <a:ln w="12700">
            <a:solidFill>
              <a:srgbClr val="E6F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C:\Users\HP\fakerui\docs\brand-kit\icons\icon-ex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5786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Instantly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1248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production-ready data as JSON or CSV with one click.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Browser-only  •  No signup  •  Deterministic output  •  JSON + CSV  •  Fully customizable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speed, simplicity, and scale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designed to reduce friction and let users focus on generating the data they need.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 Experience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48716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schema design, preview, and export in a single workflow.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44568" y="2194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Industry-Ready Templates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48716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 for finance, healthcare, retail, HR, and more.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47888" y="2194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Export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7888" y="248716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data in JSON, CSV, or other formats ready for downstream tools.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" y="4206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Customization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49884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can modify templates to match specific scenarios and requirements.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43400" y="402336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44568" y="4206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Browser-Only Solution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44568" y="449884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installation, no backend, no dependencies. Open and start generating.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02336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46720" y="402336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47888" y="4206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Generation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47888" y="449884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output ensures repeatable, predictable datasets for testing and validation.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from zero to production-ready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08760" y="2011680"/>
            <a:ext cx="731520" cy="731520"/>
          </a:xfrm>
          <a:prstGeom prst="ellipse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46120" y="2057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2560320" cy="2743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Template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industry templates or start with a blank schema.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2057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520440" y="3017520"/>
            <a:ext cx="2560320" cy="2743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033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Fields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36576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data types, locales, row counts, and seed values.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2011680"/>
            <a:ext cx="731520" cy="731520"/>
          </a:xfrm>
          <a:prstGeom prst="ellipse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94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06840" y="2057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400800" y="3017520"/>
            <a:ext cx="2560320" cy="2743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Output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36576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generated rows in a live table before exporting.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149840" y="201168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498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281160" y="3017520"/>
            <a:ext cx="2560320" cy="27432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640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Use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64040" y="36576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JSON or CSV and plug directly into your workflow.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many data needs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Synthora serves diverse teams across the enterprise with a single, intuitive workflow.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for AI/ML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48716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training and fine-tuning datasets to build better models without real PII.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44568" y="2194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at Scale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48716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thousands of realistic records for QA, regression, and load testing.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47888" y="2194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Environments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7888" y="248716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dashboards, apps, and prototypes with believable sample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" y="4206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449884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request/response payloads for frontend development and integration testing.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43400" y="402336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44568" y="4206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Privacy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44568" y="449884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sensitive production data with safe synthetic alternatives.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02336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46720" y="4023360"/>
            <a:ext cx="64008" cy="169164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47888" y="4206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Training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47888" y="4498848"/>
            <a:ext cx="3017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sandbox environments with realistic data for new team members.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teams, one shared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4008" cy="150876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167128"/>
            <a:ext cx="3017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scenario data for reporting and analysis without technical help.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64008" cy="150876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4568" y="2167128"/>
            <a:ext cx="3017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repeatable, deterministic test datasets for automation pipelines.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64008" cy="150876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47888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47888" y="2167128"/>
            <a:ext cx="3017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prototypes and demos with realistic data for stakeholder reviews.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64008" cy="150876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" y="37033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3995928"/>
            <a:ext cx="3017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databases and mock APIs faster than writing setup scripts.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520440"/>
            <a:ext cx="3383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43400" y="3520440"/>
            <a:ext cx="64008" cy="150876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44568" y="37033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44568" y="3995928"/>
            <a:ext cx="3017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synthetic training data for ML models without PII concerns.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solidFill>
            <a:srgbClr val="E6F5F0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Synthora removes the technical barrier — any team member can generate the data they need.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ready-made platform for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Integrators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Synthora offers SIs a unique opportunity to build vertical data solutions at a fraction of the usual cost.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30352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64008" cy="1325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6791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Templates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9900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scenario-specific templates for banking, insurance, telecom, and retail verticals.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514600"/>
            <a:ext cx="530352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2514600"/>
            <a:ext cx="64008" cy="1325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6791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Deliverables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9900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pre-configured data generation workflows as part of implementation packages.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30352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64008" cy="1325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2793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Cost Savings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5902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test data preparation time from days to minutes, lowering project overhead.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4114800"/>
            <a:ext cx="5303520" cy="1325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64008" cy="1325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42793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Self-Service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45902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at client sites can extend templates without going back to the SI.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2560320" cy="82296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5513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Setup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 min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520440" y="5440680"/>
            <a:ext cx="2560320" cy="82296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0" y="5513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 Time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Seconds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400800" y="5440680"/>
            <a:ext cx="2560320" cy="82296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5513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Training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3796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 min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281160" y="5440680"/>
            <a:ext cx="2560320" cy="82296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418320" y="5513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18320" y="5733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80%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SYNTHORA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Synthora different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requires setup, accounts, or coding. Synthora removes all three barriers.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881360" cy="35204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Scripts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login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coding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Ready-made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Multi-format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A6E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JSON + 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A6E5C">
              <a:alpha val="12000"/>
            </a:srgbClr>
          </a:solidFill>
          <a:ln w="12700">
            <a:solidFill>
              <a:srgbClr val="0A6E5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0A500">
              <a:alpha val="10000"/>
            </a:srgbClr>
          </a:solidFill>
          <a:ln w="12700">
            <a:solidFill>
              <a:srgbClr val="F0A5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C:\Users\HP\fakerui\docs\brand-kit\logo\png\synthora-logo-horizontal-white-340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914400"/>
            <a:ext cx="320040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0116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for Everyone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generate the data your teams need?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0" y="5029200"/>
            <a:ext cx="6675120" cy="502920"/>
          </a:xfrm>
          <a:prstGeom prst="rect">
            <a:avLst/>
          </a:prstGeom>
          <a:solidFill>
            <a:srgbClr val="0A6E5C"/>
          </a:solidFill>
          <a:ln w="12700">
            <a:solidFill>
              <a:srgbClr val="0A6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0" y="50292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https://arvind3.github.io/Synthora/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0" y="59436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Synthora. All rights reserved.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876</Words>
  <Application>Microsoft Office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Synthora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Synthora — Synthetic Data for Everyone</dc:title>
  <dc:subject>Business Proposal Pitch Deck</dc:subject>
  <dc:creator>Synthora</dc:creator>
  <cp:lastModifiedBy>Arvind Bhardwaj</cp:lastModifiedBy>
  <cp:revision>3</cp:revision>
  <cp:lastPrinted>2026-03-12T12:32:18Z</cp:lastPrinted>
  <dcterms:created xsi:type="dcterms:W3CDTF">2026-03-10T12:56:08Z</dcterms:created>
  <dcterms:modified xsi:type="dcterms:W3CDTF">2026-03-12T12:32:22Z</dcterms:modified>
</cp:coreProperties>
</file>